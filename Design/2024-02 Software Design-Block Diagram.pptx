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ff Zintgraff" userId="3e88a732-2caf-43ae-9a21-7577f46e84d0" providerId="ADAL" clId="{A9639205-8789-44AC-91B1-B60A1E9891FE}"/>
    <pc:docChg chg="undo custSel modSld">
      <pc:chgData name="Cliff Zintgraff" userId="3e88a732-2caf-43ae-9a21-7577f46e84d0" providerId="ADAL" clId="{A9639205-8789-44AC-91B1-B60A1E9891FE}" dt="2024-02-10T01:03:04.384" v="77" actId="113"/>
      <pc:docMkLst>
        <pc:docMk/>
      </pc:docMkLst>
      <pc:sldChg chg="modSp mod">
        <pc:chgData name="Cliff Zintgraff" userId="3e88a732-2caf-43ae-9a21-7577f46e84d0" providerId="ADAL" clId="{A9639205-8789-44AC-91B1-B60A1E9891FE}" dt="2024-02-10T01:03:04.384" v="77" actId="113"/>
        <pc:sldMkLst>
          <pc:docMk/>
          <pc:sldMk cId="2581491163" sldId="256"/>
        </pc:sldMkLst>
        <pc:spChg chg="mod">
          <ac:chgData name="Cliff Zintgraff" userId="3e88a732-2caf-43ae-9a21-7577f46e84d0" providerId="ADAL" clId="{A9639205-8789-44AC-91B1-B60A1E9891FE}" dt="2024-02-10T01:02:38.097" v="75" actId="113"/>
          <ac:spMkLst>
            <pc:docMk/>
            <pc:sldMk cId="2581491163" sldId="256"/>
            <ac:spMk id="4" creationId="{BDFCDF3D-6F3C-DBB9-7112-2ACC127CE125}"/>
          </ac:spMkLst>
        </pc:spChg>
        <pc:spChg chg="mod">
          <ac:chgData name="Cliff Zintgraff" userId="3e88a732-2caf-43ae-9a21-7577f46e84d0" providerId="ADAL" clId="{A9639205-8789-44AC-91B1-B60A1E9891FE}" dt="2024-02-10T01:03:02.371" v="76" actId="113"/>
          <ac:spMkLst>
            <pc:docMk/>
            <pc:sldMk cId="2581491163" sldId="256"/>
            <ac:spMk id="5" creationId="{33A0FDC2-BA91-3E24-7CFA-398F4D491EED}"/>
          </ac:spMkLst>
        </pc:spChg>
        <pc:spChg chg="mod">
          <ac:chgData name="Cliff Zintgraff" userId="3e88a732-2caf-43ae-9a21-7577f46e84d0" providerId="ADAL" clId="{A9639205-8789-44AC-91B1-B60A1E9891FE}" dt="2024-02-10T01:02:34.969" v="73" actId="113"/>
          <ac:spMkLst>
            <pc:docMk/>
            <pc:sldMk cId="2581491163" sldId="256"/>
            <ac:spMk id="10" creationId="{D123B6F1-3FAE-F2C9-C56D-D8ED48C05873}"/>
          </ac:spMkLst>
        </pc:spChg>
        <pc:spChg chg="mod">
          <ac:chgData name="Cliff Zintgraff" userId="3e88a732-2caf-43ae-9a21-7577f46e84d0" providerId="ADAL" clId="{A9639205-8789-44AC-91B1-B60A1E9891FE}" dt="2024-02-10T01:02:36.546" v="74" actId="113"/>
          <ac:spMkLst>
            <pc:docMk/>
            <pc:sldMk cId="2581491163" sldId="256"/>
            <ac:spMk id="11" creationId="{2EF47B8E-F739-679B-7763-D8733D49763E}"/>
          </ac:spMkLst>
        </pc:spChg>
        <pc:spChg chg="mod">
          <ac:chgData name="Cliff Zintgraff" userId="3e88a732-2caf-43ae-9a21-7577f46e84d0" providerId="ADAL" clId="{A9639205-8789-44AC-91B1-B60A1E9891FE}" dt="2024-02-10T01:03:04.384" v="77" actId="113"/>
          <ac:spMkLst>
            <pc:docMk/>
            <pc:sldMk cId="2581491163" sldId="256"/>
            <ac:spMk id="18" creationId="{0B7E3A28-A700-0BA8-7D7F-037E6644A9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C01D-082E-89C8-AE96-2E5F90BA3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DE8FC-8FEC-45D4-2745-79DB7136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919DC-537D-F469-ABC3-4327377A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D5F9-32A4-0824-F243-74F55EDC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0ECA6-106C-3331-6AFC-BEE38072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B928-ED65-30AE-F37D-E4DEAA83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A723-9450-AC0E-B192-5A9E0A83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22CC1-E90D-15F8-C632-A4BDB90F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50A4A-4249-DB03-D665-D87A3BB6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9AD7-538C-C630-42F4-16214884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2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D8B5-C907-99B7-C806-5862E4C1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581-D8D3-0FE6-C804-0101472C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D6218-358A-9637-FED0-2288BFF5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5133-1D75-7543-98E2-E5AF532F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5A6AA-F654-7903-6279-D32288E0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3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EBA2-829B-7748-462B-8E688699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A21A-9A6A-25C5-CEE5-9294E749F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AA763-3E54-FD38-4C8F-6DB79B3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659EF-9941-EA16-B529-05FD3E7D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F9D8-E9DF-E066-424D-039B03F9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0F710-A045-5EA4-B52C-558997BD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7D93-EEE6-F4A7-9D6C-BE1A7DE1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DE3CE-A763-0033-C858-D599043B1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C069E-0A3A-0E8A-7056-A00E573B3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DAC9B-0985-B6F7-4595-CAE9F39D7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F757F-0D3E-A12F-BA0F-05387B92D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7EAD7-DFCF-28E4-E67B-048F3ABD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9BE1B-AA67-7D93-83EC-AA3A8CFD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19826-9154-56B5-8742-EC6BB116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61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5E95-1825-4C35-6CFA-E2CEFB0A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33D88-2933-9799-158D-3C28993E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B17F5-9655-0799-2DF9-0D80F2EC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1C497-5966-80A4-B60A-15149F4F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A8D5D-5087-5B0C-7F08-08B87663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05D98-62DF-624D-06C3-708F09CA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8C528-C984-95CA-12CE-FD9C2D53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4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D3D2-5BCB-6619-6D8C-FAA7A5DD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719B-4F3A-4354-36B7-7A6D92CBB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6424C-1617-B01A-9E05-BADD7663E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75A15-A000-9A4B-0D1D-CA68FBAD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9288D-FF0B-15B3-4ECC-1F9874B0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20202-86DC-5459-9FBE-74EF3A8B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763C-6ED8-0F79-27F1-EDD863B2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1FEAC-4712-EA01-D222-F5CE9FCF3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23535-0ED6-B003-B632-148294782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8C40B-90CE-E6D0-D84C-0B9B6833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AB05F-45BC-3A4B-7E87-AE32240E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25BD0-ACE6-128B-3249-C9F43A21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8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8FB4-9C55-A3AD-B178-10FCCAB6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CC3B8-1BA6-422B-C8CB-316FC7A6A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60969-491E-6D76-77EB-8A687EED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1FA8-F2F6-84BE-14B6-CA718BA9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CA458-61E8-D17E-1D97-63112248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2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80B28-BC34-B1AA-5F57-47B12FD08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DBC68-736E-4B21-9C16-3F1DAA50A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47333-54EF-5B78-8C98-75F16C5A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DC69D-0F5A-A235-C9AF-12344D13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E4E35-322C-3A22-A468-B3918D03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B25DF-ABD0-E39E-51EA-D596F3F4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40AE6-4E27-CBBB-5499-173E1DA26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D5ECB-36F2-07AD-74D8-A4362926F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824B9-B5F9-487F-812C-400D2B5EDED2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4CE9E-9EBE-9CA3-7C34-9854C8AA6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74F1-5BC2-B803-D95D-3AC3182A1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55356-68A5-4232-BCD8-4712EC961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3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1449DC-6392-03B0-CB6E-66E0C9D6D04D}"/>
              </a:ext>
            </a:extLst>
          </p:cNvPr>
          <p:cNvCxnSpPr>
            <a:cxnSpLocks/>
          </p:cNvCxnSpPr>
          <p:nvPr/>
        </p:nvCxnSpPr>
        <p:spPr>
          <a:xfrm flipV="1">
            <a:off x="5779994" y="4446493"/>
            <a:ext cx="0" cy="986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DFCDF3D-6F3C-DBB9-7112-2ACC127CE125}"/>
              </a:ext>
            </a:extLst>
          </p:cNvPr>
          <p:cNvSpPr/>
          <p:nvPr/>
        </p:nvSpPr>
        <p:spPr>
          <a:xfrm>
            <a:off x="3534335" y="2375646"/>
            <a:ext cx="4491318" cy="2070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WEB SERVER</a:t>
            </a:r>
          </a:p>
          <a:p>
            <a:pPr algn="ctr"/>
            <a:r>
              <a:rPr lang="en-US" sz="2000" dirty="0"/>
              <a:t>Serves up hacker interface</a:t>
            </a:r>
          </a:p>
          <a:p>
            <a:pPr algn="ctr"/>
            <a:r>
              <a:rPr lang="en-US" sz="2000" dirty="0"/>
              <a:t>Serves up defender interface</a:t>
            </a:r>
          </a:p>
          <a:p>
            <a:pPr algn="ctr"/>
            <a:r>
              <a:rPr lang="en-US" i="1" dirty="0"/>
              <a:t>Java</a:t>
            </a:r>
          </a:p>
          <a:p>
            <a:pPr algn="ctr"/>
            <a:r>
              <a:rPr lang="en-US" b="1" dirty="0">
                <a:solidFill>
                  <a:srgbClr val="FF9933"/>
                </a:solidFill>
              </a:rPr>
              <a:t>Varsha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A0FDC2-BA91-3E24-7CFA-398F4D491EED}"/>
              </a:ext>
            </a:extLst>
          </p:cNvPr>
          <p:cNvSpPr/>
          <p:nvPr/>
        </p:nvSpPr>
        <p:spPr>
          <a:xfrm>
            <a:off x="4094629" y="5432610"/>
            <a:ext cx="3370730" cy="122816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Core Game Logic</a:t>
            </a:r>
          </a:p>
          <a:p>
            <a:pPr algn="ctr"/>
            <a:r>
              <a:rPr lang="en-US" i="1" dirty="0"/>
              <a:t>Python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Cody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4A483D-2D27-1275-1BEB-2787C933476C}"/>
              </a:ext>
            </a:extLst>
          </p:cNvPr>
          <p:cNvCxnSpPr/>
          <p:nvPr/>
        </p:nvCxnSpPr>
        <p:spPr>
          <a:xfrm flipH="1" flipV="1">
            <a:off x="2904565" y="918882"/>
            <a:ext cx="2008094" cy="198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29CC06-C3BE-E2C0-3057-172F7C3BB3FD}"/>
              </a:ext>
            </a:extLst>
          </p:cNvPr>
          <p:cNvCxnSpPr>
            <a:cxnSpLocks/>
          </p:cNvCxnSpPr>
          <p:nvPr/>
        </p:nvCxnSpPr>
        <p:spPr>
          <a:xfrm flipV="1">
            <a:off x="6920753" y="762000"/>
            <a:ext cx="1631576" cy="198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23B6F1-3FAE-F2C9-C56D-D8ED48C05873}"/>
              </a:ext>
            </a:extLst>
          </p:cNvPr>
          <p:cNvSpPr/>
          <p:nvPr/>
        </p:nvSpPr>
        <p:spPr>
          <a:xfrm>
            <a:off x="918881" y="649943"/>
            <a:ext cx="3370730" cy="94577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HACKER INTERFACE</a:t>
            </a:r>
          </a:p>
          <a:p>
            <a:pPr algn="ctr"/>
            <a:r>
              <a:rPr lang="en-US" i="1" dirty="0"/>
              <a:t>presented in web browser</a:t>
            </a:r>
          </a:p>
          <a:p>
            <a:pPr algn="ctr"/>
            <a:r>
              <a:rPr lang="en-US" b="1" dirty="0">
                <a:solidFill>
                  <a:srgbClr val="FF9933"/>
                </a:solidFill>
              </a:rPr>
              <a:t>Varsha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F47B8E-F739-679B-7763-D8733D49763E}"/>
              </a:ext>
            </a:extLst>
          </p:cNvPr>
          <p:cNvSpPr/>
          <p:nvPr/>
        </p:nvSpPr>
        <p:spPr>
          <a:xfrm>
            <a:off x="6647328" y="649943"/>
            <a:ext cx="3370730" cy="9457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DEFENDER INTERFACE</a:t>
            </a:r>
          </a:p>
          <a:p>
            <a:pPr algn="ctr"/>
            <a:r>
              <a:rPr lang="en-US" i="1" dirty="0"/>
              <a:t>presented in web browser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Varsha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B7E3A28-A700-0BA8-7D7F-037E6644A9E0}"/>
              </a:ext>
            </a:extLst>
          </p:cNvPr>
          <p:cNvSpPr/>
          <p:nvPr/>
        </p:nvSpPr>
        <p:spPr>
          <a:xfrm>
            <a:off x="3869391" y="4545106"/>
            <a:ext cx="3821205" cy="79785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Flask</a:t>
            </a:r>
          </a:p>
          <a:p>
            <a:pPr algn="ctr"/>
            <a:r>
              <a:rPr lang="en-US" sz="1200" i="1" dirty="0"/>
              <a:t>bridge between Java and Python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Cody</a:t>
            </a: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(Varsha also working)</a:t>
            </a:r>
          </a:p>
        </p:txBody>
      </p:sp>
    </p:spTree>
    <p:extLst>
      <p:ext uri="{BB962C8B-B14F-4D97-AF65-F5344CB8AC3E}">
        <p14:creationId xmlns:p14="http://schemas.microsoft.com/office/powerpoint/2010/main" val="258149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Cliff Zintgraff</dc:creator>
  <cp:lastModifiedBy>Cliff Zintgraff</cp:lastModifiedBy>
  <cp:revision>1</cp:revision>
  <dcterms:created xsi:type="dcterms:W3CDTF">2024-02-10T00:40:54Z</dcterms:created>
  <dcterms:modified xsi:type="dcterms:W3CDTF">2024-02-10T01:03:11Z</dcterms:modified>
</cp:coreProperties>
</file>